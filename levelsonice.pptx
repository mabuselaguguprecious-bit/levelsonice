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F00CBD-F38D-428C-9DCA-0F0D72E28C2C}" v="1" dt="2026-07-06T14:14:19.6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gu Mabusela" userId="cdad3e9b1665d540" providerId="LiveId" clId="{9C141F5A-B390-48D3-92F5-8C26961E6F03}"/>
    <pc:docChg chg="undo custSel addSld modSld">
      <pc:chgData name="gugu Mabusela" userId="cdad3e9b1665d540" providerId="LiveId" clId="{9C141F5A-B390-48D3-92F5-8C26961E6F03}" dt="2026-07-06T14:14:19.615" v="44"/>
      <pc:docMkLst>
        <pc:docMk/>
      </pc:docMkLst>
      <pc:sldChg chg="addSp delSp modSp mod setBg">
        <pc:chgData name="gugu Mabusela" userId="cdad3e9b1665d540" providerId="LiveId" clId="{9C141F5A-B390-48D3-92F5-8C26961E6F03}" dt="2026-07-06T14:14:19.615" v="44"/>
        <pc:sldMkLst>
          <pc:docMk/>
          <pc:sldMk cId="3475739145" sldId="256"/>
        </pc:sldMkLst>
        <pc:spChg chg="add del">
          <ac:chgData name="gugu Mabusela" userId="cdad3e9b1665d540" providerId="LiveId" clId="{9C141F5A-B390-48D3-92F5-8C26961E6F03}" dt="2026-07-06T14:11:03.784" v="23" actId="26606"/>
          <ac:spMkLst>
            <pc:docMk/>
            <pc:sldMk cId="3475739145" sldId="256"/>
            <ac:spMk id="12" creationId="{CFE55B3F-4634-4A41-B146-E6251581E807}"/>
          </ac:spMkLst>
        </pc:spChg>
        <pc:spChg chg="add del">
          <ac:chgData name="gugu Mabusela" userId="cdad3e9b1665d540" providerId="LiveId" clId="{9C141F5A-B390-48D3-92F5-8C26961E6F03}" dt="2026-07-06T14:11:03.784" v="23" actId="26606"/>
          <ac:spMkLst>
            <pc:docMk/>
            <pc:sldMk cId="3475739145" sldId="256"/>
            <ac:spMk id="14" creationId="{5CD271E5-55BF-4266-A3A7-CFCC30518840}"/>
          </ac:spMkLst>
        </pc:spChg>
        <pc:picChg chg="add mod ord modCrop">
          <ac:chgData name="gugu Mabusela" userId="cdad3e9b1665d540" providerId="LiveId" clId="{9C141F5A-B390-48D3-92F5-8C26961E6F03}" dt="2026-07-06T14:14:03.711" v="43" actId="18131"/>
          <ac:picMkLst>
            <pc:docMk/>
            <pc:sldMk cId="3475739145" sldId="256"/>
            <ac:picMk id="3" creationId="{4E3F5F2A-AEF4-8236-B357-57546193B409}"/>
          </ac:picMkLst>
        </pc:picChg>
        <pc:picChg chg="add del mod ord">
          <ac:chgData name="gugu Mabusela" userId="cdad3e9b1665d540" providerId="LiveId" clId="{9C141F5A-B390-48D3-92F5-8C26961E6F03}" dt="2026-07-06T14:11:55.974" v="29" actId="21"/>
          <ac:picMkLst>
            <pc:docMk/>
            <pc:sldMk cId="3475739145" sldId="256"/>
            <ac:picMk id="5" creationId="{41CD1C93-32BB-73FA-0CDD-FCD22056552B}"/>
          </ac:picMkLst>
        </pc:picChg>
        <pc:picChg chg="add del mod modCrop">
          <ac:chgData name="gugu Mabusela" userId="cdad3e9b1665d540" providerId="LiveId" clId="{9C141F5A-B390-48D3-92F5-8C26961E6F03}" dt="2026-07-06T14:11:59.105" v="30" actId="21"/>
          <ac:picMkLst>
            <pc:docMk/>
            <pc:sldMk cId="3475739145" sldId="256"/>
            <ac:picMk id="7" creationId="{03141E7F-66E6-B5D0-134C-D57855896AFC}"/>
          </ac:picMkLst>
        </pc:picChg>
        <pc:picChg chg="add mod ord">
          <ac:chgData name="gugu Mabusela" userId="cdad3e9b1665d540" providerId="LiveId" clId="{9C141F5A-B390-48D3-92F5-8C26961E6F03}" dt="2026-07-06T14:13:40.570" v="42" actId="26606"/>
          <ac:picMkLst>
            <pc:docMk/>
            <pc:sldMk cId="3475739145" sldId="256"/>
            <ac:picMk id="9" creationId="{1779DBA5-4906-3C41-7A58-1EFC1CCB149C}"/>
          </ac:picMkLst>
        </pc:picChg>
        <pc:picChg chg="add mod">
          <ac:chgData name="gugu Mabusela" userId="cdad3e9b1665d540" providerId="LiveId" clId="{9C141F5A-B390-48D3-92F5-8C26961E6F03}" dt="2026-07-06T14:13:40.566" v="41" actId="26606"/>
          <ac:picMkLst>
            <pc:docMk/>
            <pc:sldMk cId="3475739145" sldId="256"/>
            <ac:picMk id="11" creationId="{34C6D933-E90D-C8F3-C452-197D7FA61E22}"/>
          </ac:picMkLst>
        </pc:picChg>
        <pc:picChg chg="del mod">
          <ac:chgData name="gugu Mabusela" userId="cdad3e9b1665d540" providerId="LiveId" clId="{9C141F5A-B390-48D3-92F5-8C26961E6F03}" dt="2026-07-06T14:09:44.297" v="11" actId="21"/>
          <ac:picMkLst>
            <pc:docMk/>
            <pc:sldMk cId="3475739145" sldId="256"/>
            <ac:picMk id="19" creationId="{0548A4E1-2286-DC08-7BF0-9DC7627E23C0}"/>
          </ac:picMkLst>
        </pc:picChg>
        <pc:picChg chg="del mod">
          <ac:chgData name="gugu Mabusela" userId="cdad3e9b1665d540" providerId="LiveId" clId="{9C141F5A-B390-48D3-92F5-8C26961E6F03}" dt="2026-07-06T14:09:38.272" v="9" actId="21"/>
          <ac:picMkLst>
            <pc:docMk/>
            <pc:sldMk cId="3475739145" sldId="256"/>
            <ac:picMk id="21" creationId="{87E069F0-01D7-C805-A833-A37EBDD6844F}"/>
          </ac:picMkLst>
        </pc:picChg>
        <pc:picChg chg="del">
          <ac:chgData name="gugu Mabusela" userId="cdad3e9b1665d540" providerId="LiveId" clId="{9C141F5A-B390-48D3-92F5-8C26961E6F03}" dt="2026-07-06T14:08:01.741" v="0" actId="21"/>
          <ac:picMkLst>
            <pc:docMk/>
            <pc:sldMk cId="3475739145" sldId="256"/>
            <ac:picMk id="23" creationId="{E57FCE36-E527-D2DC-4332-A51C87C6122B}"/>
          </ac:picMkLst>
        </pc:picChg>
      </pc:sldChg>
      <pc:sldChg chg="new">
        <pc:chgData name="gugu Mabusela" userId="cdad3e9b1665d540" providerId="LiveId" clId="{9C141F5A-B390-48D3-92F5-8C26961E6F03}" dt="2026-07-06T14:12:03.688" v="31" actId="680"/>
        <pc:sldMkLst>
          <pc:docMk/>
          <pc:sldMk cId="557061078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A0B8B-7030-2E5C-00FB-29E6A2077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D25519-FE07-DD58-A7F0-78B315187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4D311-789D-ACE1-E51E-79ABCF2D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D44BB-2E1E-4328-A4C8-9B8F7E045BC8}" type="datetimeFigureOut">
              <a:rPr lang="en-ZA" smtClean="0"/>
              <a:t>2026/07/06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1D5C6-14BB-309E-CBB2-9CEAE7A7A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A5C9C-FDBE-1ADA-AF06-45E19E672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B896B-3974-4A18-960D-FB5E5519DAB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0301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8C75F-7B9D-FC65-B612-048B50DB2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5C560-165B-E6C2-466F-073EF5DA1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56D07-0EDA-1B79-E1CB-F77BB633E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D44BB-2E1E-4328-A4C8-9B8F7E045BC8}" type="datetimeFigureOut">
              <a:rPr lang="en-ZA" smtClean="0"/>
              <a:t>2026/07/06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28613-335B-79DA-1AF0-5722312DD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4DDCF-9D92-779D-7C7F-CF34406FB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B896B-3974-4A18-960D-FB5E5519DAB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7267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D4B6E-4DCD-A04A-116D-E6C004919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71DE6-4DB5-96FA-9518-D4C48869B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0F576-838F-7311-DB9B-59BE58A02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D44BB-2E1E-4328-A4C8-9B8F7E045BC8}" type="datetimeFigureOut">
              <a:rPr lang="en-ZA" smtClean="0"/>
              <a:t>2026/07/06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20DAA-1AE8-3FB3-8E79-8999B52AC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D06E2-CED1-7941-9899-552B2BE75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B896B-3974-4A18-960D-FB5E5519DAB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522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147C2-954C-CCE8-84E5-5AC167FEE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CF5F6-1F23-6B6D-F321-7C744E3D9A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095714-6BB6-BE02-8CCD-DC392BF0C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BEAF0-9C6F-1C79-0B64-DB996352A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D44BB-2E1E-4328-A4C8-9B8F7E045BC8}" type="datetimeFigureOut">
              <a:rPr lang="en-ZA" smtClean="0"/>
              <a:t>2026/07/06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6DE1F-0227-7A89-7EAF-48AB5FF41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76776-FFB6-8EB8-4A93-C44E0A31C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B896B-3974-4A18-960D-FB5E5519DAB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35558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04B2D-0949-108B-5EFB-4E42624E0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C03BB-67E2-ECCE-E206-D26CBC563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316B5D-C1C6-FF61-CCDD-F378156B0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A2961D-AA5A-8F26-1442-CB2698D5CE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133BCF-6F7C-B0F4-94F9-7A86D7DF4F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851401-3C35-41E3-A0F3-EC5C3D80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D44BB-2E1E-4328-A4C8-9B8F7E045BC8}" type="datetimeFigureOut">
              <a:rPr lang="en-ZA" smtClean="0"/>
              <a:t>2026/07/06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87AE52-9021-F3B9-3004-F854A92A7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5C1EC7-E84B-99E6-AA3E-4C17C9B4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B896B-3974-4A18-960D-FB5E5519DAB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27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AE58-50CA-B844-D50C-84E087379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989EB7-BA6C-ADA8-0923-4D7251602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D44BB-2E1E-4328-A4C8-9B8F7E045BC8}" type="datetimeFigureOut">
              <a:rPr lang="en-ZA" smtClean="0"/>
              <a:t>2026/07/06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AADFCC-BEFF-6615-E01E-2991805DB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B56B98-520A-549A-8171-1CE0F36E5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B896B-3974-4A18-960D-FB5E5519DAB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17022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6E7DF1-839D-8BBC-9015-1E8A38C8C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D44BB-2E1E-4328-A4C8-9B8F7E045BC8}" type="datetimeFigureOut">
              <a:rPr lang="en-ZA" smtClean="0"/>
              <a:t>2026/07/06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A87E49-5E5D-4FD8-EE35-ECB168FB4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A539E-27E8-0078-E764-8939E7736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B896B-3974-4A18-960D-FB5E5519DAB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88554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40111-81C0-0CCD-C478-E452FC0B7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95026-3050-AE27-AC84-C7775E328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6D26B2-5213-9A69-0A75-33D05CAB9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BD188-2E97-C2CF-53A1-8712B4F90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D44BB-2E1E-4328-A4C8-9B8F7E045BC8}" type="datetimeFigureOut">
              <a:rPr lang="en-ZA" smtClean="0"/>
              <a:t>2026/07/06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18AC3-B1E9-B3F0-8369-5BA964BD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447E3-57F9-26E7-914E-4B96C3BE5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B896B-3974-4A18-960D-FB5E5519DAB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9854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BFCB4-00DF-6006-049A-1827739E3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EEBD34-61B5-CA56-7F6C-8DCDEFF6C9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32F2DC-D08D-7B36-CF57-29F18F22B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77DB5-1A97-7360-D5B2-E9633240E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D44BB-2E1E-4328-A4C8-9B8F7E045BC8}" type="datetimeFigureOut">
              <a:rPr lang="en-ZA" smtClean="0"/>
              <a:t>2026/07/06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01946-1DC2-FCAF-07D4-B1E7B2A06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30FAC6-2507-42C8-BF34-F624C53D9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B896B-3974-4A18-960D-FB5E5519DAB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8312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89666-8631-08AD-0499-179407100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72C5F-0F7E-45FD-3603-C5331659D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06B31-D3AD-1B4B-8263-EA7AA065D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D44BB-2E1E-4328-A4C8-9B8F7E045BC8}" type="datetimeFigureOut">
              <a:rPr lang="en-ZA" smtClean="0"/>
              <a:t>2026/07/06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FC13B-5026-C446-7879-0F0658BAA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36B51-75C5-530E-C52C-CC6554EF3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B896B-3974-4A18-960D-FB5E5519DAB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38474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659DD3-30B0-3779-7971-A4C1339CDA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ED3F30-0626-E0FE-C4F7-B79B3881C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D8268-887F-3E3A-CD9E-8DBEBBC64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D44BB-2E1E-4328-A4C8-9B8F7E045BC8}" type="datetimeFigureOut">
              <a:rPr lang="en-ZA" smtClean="0"/>
              <a:t>2026/07/06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2BC16-CE3B-08BC-B9D8-60115E529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51BCE-A809-AC66-9489-B9DE0405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B896B-3974-4A18-960D-FB5E5519DAB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73909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7819F3-EAD9-02EC-0FFB-EFC14C036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F3EBA-A095-8817-D120-94949EC0C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62175-B1B1-6474-9D21-0169757667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FD44BB-2E1E-4328-A4C8-9B8F7E045BC8}" type="datetimeFigureOut">
              <a:rPr lang="en-ZA" smtClean="0"/>
              <a:t>2026/07/06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F3753-02B2-B776-3350-A82B1AF4B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2147B-F75E-CBA9-15F2-212F26EFA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B896B-3974-4A18-960D-FB5E5519DAB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74846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3F5F2A-AEF4-8236-B357-57546193B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" t="18215" r="-249" b="5537"/>
          <a:stretch>
            <a:fillRect/>
          </a:stretch>
        </p:blipFill>
        <p:spPr>
          <a:xfrm>
            <a:off x="3793813" y="744344"/>
            <a:ext cx="4627646" cy="4627648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79DBA5-4906-3C41-7A58-1EFC1CCB14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52" r="5" b="10974"/>
          <a:stretch>
            <a:fillRect/>
          </a:stretch>
        </p:blipFill>
        <p:spPr>
          <a:xfrm>
            <a:off x="1319706" y="1757695"/>
            <a:ext cx="2590737" cy="2926956"/>
          </a:xfrm>
          <a:custGeom>
            <a:avLst/>
            <a:gdLst/>
            <a:ahLst/>
            <a:cxnLst/>
            <a:rect l="l" t="t" r="r" b="b"/>
            <a:pathLst>
              <a:path w="2590737" h="2926956">
                <a:moveTo>
                  <a:pt x="1463478" y="0"/>
                </a:moveTo>
                <a:cubicBezTo>
                  <a:pt x="1867606" y="0"/>
                  <a:pt x="2233476" y="163805"/>
                  <a:pt x="2498313" y="428643"/>
                </a:cubicBezTo>
                <a:lnTo>
                  <a:pt x="2501029" y="431631"/>
                </a:lnTo>
                <a:lnTo>
                  <a:pt x="2445696" y="582811"/>
                </a:lnTo>
                <a:cubicBezTo>
                  <a:pt x="2374039" y="813196"/>
                  <a:pt x="2335437" y="1058145"/>
                  <a:pt x="2335437" y="1312109"/>
                </a:cubicBezTo>
                <a:cubicBezTo>
                  <a:pt x="2335437" y="1650728"/>
                  <a:pt x="2404063" y="1973319"/>
                  <a:pt x="2528166" y="2266732"/>
                </a:cubicBezTo>
                <a:lnTo>
                  <a:pt x="2590737" y="2396622"/>
                </a:lnTo>
                <a:lnTo>
                  <a:pt x="2498313" y="2498313"/>
                </a:lnTo>
                <a:cubicBezTo>
                  <a:pt x="2233476" y="2763151"/>
                  <a:pt x="1867606" y="2926956"/>
                  <a:pt x="1463478" y="2926956"/>
                </a:cubicBezTo>
                <a:cubicBezTo>
                  <a:pt x="655221" y="2926956"/>
                  <a:pt x="0" y="2271735"/>
                  <a:pt x="0" y="1463478"/>
                </a:cubicBezTo>
                <a:cubicBezTo>
                  <a:pt x="0" y="655221"/>
                  <a:pt x="655221" y="0"/>
                  <a:pt x="1463478" y="0"/>
                </a:cubicBezTo>
                <a:close/>
              </a:path>
            </a:pathLst>
          </a:cu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C6D933-E90D-C8F3-C452-197D7FA61E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1" r="5" b="4100"/>
          <a:stretch>
            <a:fillRect/>
          </a:stretch>
        </p:blipFill>
        <p:spPr>
          <a:xfrm>
            <a:off x="8297994" y="1757695"/>
            <a:ext cx="2577829" cy="2926956"/>
          </a:xfrm>
          <a:custGeom>
            <a:avLst/>
            <a:gdLst/>
            <a:ahLst/>
            <a:cxnLst/>
            <a:rect l="l" t="t" r="r" b="b"/>
            <a:pathLst>
              <a:path w="2577829" h="2926956">
                <a:moveTo>
                  <a:pt x="1114351" y="0"/>
                </a:moveTo>
                <a:cubicBezTo>
                  <a:pt x="1922608" y="0"/>
                  <a:pt x="2577829" y="655221"/>
                  <a:pt x="2577829" y="1463478"/>
                </a:cubicBezTo>
                <a:cubicBezTo>
                  <a:pt x="2577829" y="2271735"/>
                  <a:pt x="1922608" y="2926956"/>
                  <a:pt x="1114351" y="2926956"/>
                </a:cubicBezTo>
                <a:cubicBezTo>
                  <a:pt x="710223" y="2926956"/>
                  <a:pt x="344353" y="2763151"/>
                  <a:pt x="79516" y="2498313"/>
                </a:cubicBezTo>
                <a:lnTo>
                  <a:pt x="0" y="2410824"/>
                </a:lnTo>
                <a:lnTo>
                  <a:pt x="69413" y="2266732"/>
                </a:lnTo>
                <a:cubicBezTo>
                  <a:pt x="193516" y="1973319"/>
                  <a:pt x="262142" y="1650728"/>
                  <a:pt x="262142" y="1312109"/>
                </a:cubicBezTo>
                <a:cubicBezTo>
                  <a:pt x="262142" y="1058145"/>
                  <a:pt x="223540" y="813196"/>
                  <a:pt x="151883" y="582811"/>
                </a:cubicBezTo>
                <a:lnTo>
                  <a:pt x="91478" y="417771"/>
                </a:lnTo>
                <a:lnTo>
                  <a:pt x="183443" y="334187"/>
                </a:lnTo>
                <a:cubicBezTo>
                  <a:pt x="436418" y="125413"/>
                  <a:pt x="760739" y="0"/>
                  <a:pt x="1114351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75739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3E1D7-045C-DD4D-0BE6-E3DE4AA5D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5BAF6-649A-DA69-2B83-348350F51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57061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gugu Mabusela</dc:creator>
  <cp:lastModifiedBy>gugu Mabusela</cp:lastModifiedBy>
  <cp:revision>2</cp:revision>
  <dcterms:created xsi:type="dcterms:W3CDTF">2026-07-03T13:23:06Z</dcterms:created>
  <dcterms:modified xsi:type="dcterms:W3CDTF">2026-07-06T14:14:21Z</dcterms:modified>
</cp:coreProperties>
</file>